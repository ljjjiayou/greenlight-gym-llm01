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e76ea3eb934663" /><Relationship Type="http://schemas.openxmlformats.org/officeDocument/2006/relationships/extended-properties" Target="/docProps/app.xml" Id="R11fe5e8b3c4144b5" /><Relationship Type="http://schemas.openxmlformats.org/officeDocument/2006/relationships/officeDocument" Target="/ppt/presentation.xml" Id="R9ce8d38fca78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4f9d783ea4297"/>
  </p:sldMasterIdLst>
  <p:notesMasterIdLst>
    <p:notesMasterId xmlns:r="http://schemas.openxmlformats.org/officeDocument/2006/relationships" r:id="R2057a783186145c8"/>
  </p:notesMasterIdLst>
  <p:sldIdLst>
    <p:sldId xmlns:r="http://schemas.openxmlformats.org/officeDocument/2006/relationships" id="256" r:id="Re381a78893a648c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4f9d783ea4297" /><Relationship Type="http://schemas.openxmlformats.org/officeDocument/2006/relationships/theme" Target="/ppt/theme/theme1.xml" Id="R65a8e1efacbb4da0" /><Relationship Type="http://schemas.openxmlformats.org/officeDocument/2006/relationships/notesMaster" Target="/ppt/notesMasters/notesMaster1.xml" Id="R2057a783186145c8" /><Relationship Type="http://schemas.openxmlformats.org/officeDocument/2006/relationships/presProps" Target="/ppt/presProps.xml" Id="Re1891df302a94e66" /><Relationship Type="http://schemas.openxmlformats.org/officeDocument/2006/relationships/viewProps" Target="/ppt/viewProps.xml" Id="R89010c98a3d54b77" /><Relationship Type="http://schemas.openxmlformats.org/officeDocument/2006/relationships/tableStyles" Target="/ppt/tableStyles.xml" Id="Rd66a24742e4a4338" /><Relationship Type="http://schemas.openxmlformats.org/officeDocument/2006/relationships/slide" Target="/ppt/slides/slide1.xml" Id="Re381a78893a6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1333f3bdab48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41312841b4d2f" /><Relationship Type="http://schemas.openxmlformats.org/officeDocument/2006/relationships/notesMaster" Target="/ppt/notesMasters/notesMaster1.xml" Id="Rba5dc03d82464b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 speaker notes。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810e2e11c45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22ee2daec94a6d" /><Relationship Type="http://schemas.openxmlformats.org/officeDocument/2006/relationships/slideLayout" Target="/ppt/slideLayouts/slideLayout2.xml" Id="R02f9c9a5bf344f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f9c9a5bf344f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63175552844e8" /><Relationship Type="http://schemas.openxmlformats.org/officeDocument/2006/relationships/notesSlide" Target="/ppt/notesSlides/notesSlide1.xml" Id="R98dc1f141e3a40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7D1C5-D9E8-4DA9-AD06-86C21D6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352E"/>
                </a:solidFill>
              </a:defRPr>
            </a:pPr>
            <a:r>
              <a:rPr sz="4800" b="1">
                <a:solidFill>
                  <a:srgbClr val="17352E"/>
                </a:solidFill>
              </a:rPr>
              <a:t>温室控制项目阶段进展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7886A-A9AA-43E5-A106-5F98045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676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706A"/>
                </a:solidFill>
              </a:defRPr>
            </a:pPr>
            <a:r>
              <a:rPr sz="2100">
                <a:solidFill>
                  <a:srgbClr val="55706A"/>
                </a:solidFill>
              </a:rPr>
              <a:t>smoke test</a:t>
            </a:r>
          </a:p>
        </p:txBody>
      </p:sp>
    </p:spTree>
    <p:extLst>
      <p:ext uri="{BB962C8B-B14F-4D97-AF65-F5344CB8AC3E}">
        <p14:creationId xmlns:p14="http://schemas.microsoft.com/office/powerpoint/2010/main" val="843240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2026-04-30T15:38:31.8490000Z</dcterms:created>
  <dcterms:modified xsi:type="dcterms:W3CDTF">2026-04-30T15:38:31.8490000Z</dcterms:modified>
</coreProperties>
</file>